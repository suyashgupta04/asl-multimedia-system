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82296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0574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KAMALESH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00450"/>
            <a:ext cx="82296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0574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