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6.jpg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ASL Visuals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ASL Storyteller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HELLO</a:t>
            </a:r>
          </a:p>
        </p:txBody>
      </p:sp>
      <p:pic>
        <p:nvPicPr>
          <p:cNvPr id="3" name="Picture 2" descr="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645920" cy="1645920"/>
          </a:xfrm>
          <a:prstGeom prst="rect">
            <a:avLst/>
          </a:prstGeom>
        </p:spPr>
      </p:pic>
      <p:pic>
        <p:nvPicPr>
          <p:cNvPr id="4" name="Picture 3" descr="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2286000"/>
            <a:ext cx="1645920" cy="1645920"/>
          </a:xfrm>
          <a:prstGeom prst="rect">
            <a:avLst/>
          </a:prstGeom>
        </p:spPr>
      </p:pic>
      <p:pic>
        <p:nvPicPr>
          <p:cNvPr id="5" name="Picture 4" descr="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286000"/>
            <a:ext cx="1645920" cy="1645920"/>
          </a:xfrm>
          <a:prstGeom prst="rect">
            <a:avLst/>
          </a:prstGeom>
        </p:spPr>
      </p:pic>
      <p:pic>
        <p:nvPicPr>
          <p:cNvPr id="6" name="Picture 5" descr="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286000"/>
            <a:ext cx="1645920" cy="1645920"/>
          </a:xfrm>
          <a:prstGeom prst="rect">
            <a:avLst/>
          </a:prstGeom>
        </p:spPr>
      </p:pic>
      <p:pic>
        <p:nvPicPr>
          <p:cNvPr id="7" name="Picture 6" descr="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2860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I</a:t>
            </a:r>
          </a:p>
        </p:txBody>
      </p:sp>
      <p:pic>
        <p:nvPicPr>
          <p:cNvPr id="3" name="Picture 2" descr="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2860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AM</a:t>
            </a:r>
          </a:p>
        </p:txBody>
      </p:sp>
      <p:pic>
        <p:nvPicPr>
          <p:cNvPr id="3" name="Picture 2" descr="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35" y="2286000"/>
            <a:ext cx="2011680" cy="2011680"/>
          </a:xfrm>
          <a:prstGeom prst="rect">
            <a:avLst/>
          </a:prstGeom>
        </p:spPr>
      </p:pic>
      <p:pic>
        <p:nvPicPr>
          <p:cNvPr id="4" name="Picture 3" descr="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SUYASH</a:t>
            </a:r>
          </a:p>
        </p:txBody>
      </p:sp>
      <p:pic>
        <p:nvPicPr>
          <p:cNvPr id="3" name="Picture 2" descr="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371600" cy="1371600"/>
          </a:xfrm>
          <a:prstGeom prst="rect">
            <a:avLst/>
          </a:prstGeom>
        </p:spPr>
      </p:pic>
      <p:pic>
        <p:nvPicPr>
          <p:cNvPr id="4" name="Picture 3" descr="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2286000"/>
            <a:ext cx="1371600" cy="1371600"/>
          </a:xfrm>
          <a:prstGeom prst="rect">
            <a:avLst/>
          </a:prstGeom>
        </p:spPr>
      </p:pic>
      <p:pic>
        <p:nvPicPr>
          <p:cNvPr id="5" name="Picture 4" descr="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286000"/>
            <a:ext cx="1371600" cy="1371600"/>
          </a:xfrm>
          <a:prstGeom prst="rect">
            <a:avLst/>
          </a:prstGeom>
        </p:spPr>
      </p:pic>
      <p:pic>
        <p:nvPicPr>
          <p:cNvPr id="6" name="Picture 5" descr="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2286000"/>
            <a:ext cx="1371600" cy="1371600"/>
          </a:xfrm>
          <a:prstGeom prst="rect">
            <a:avLst/>
          </a:prstGeom>
        </p:spPr>
      </p:pic>
      <p:pic>
        <p:nvPicPr>
          <p:cNvPr id="7" name="Picture 6" descr="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1371600" cy="1371600"/>
          </a:xfrm>
          <a:prstGeom prst="rect">
            <a:avLst/>
          </a:prstGeom>
        </p:spPr>
      </p:pic>
      <p:pic>
        <p:nvPicPr>
          <p:cNvPr id="8" name="Picture 7" descr="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286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